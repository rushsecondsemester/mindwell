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3B5139-44CA-4B28-BFCD-810764679F12}" v="34" dt="2025-04-30T01:40:55.065"/>
    <p1510:client id="{F517A41D-527D-1A76-5379-4627812B0685}" v="118" dt="2025-04-30T01:32:13.3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101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08484-32DF-4580-4771-47C2F28A1B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5B6465-9E99-9E3A-3D7B-35137C0702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D5DF3C-D3BE-080C-B5FB-2754BA5B3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8ABEC-AA4D-407B-869D-D0CC4F14FDE9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6DBC25-1874-A161-D0EE-30071D851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A10A2A-DC2F-4ABE-9408-D4827213A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C633F-73E8-4FDF-BFA0-544E9600C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282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DD27F-B143-45C7-E8AB-B0F69ECBD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C9C4F-5041-9BD1-7876-75641D0004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A8E9B8-FD5B-B605-0A02-199C55017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8ABEC-AA4D-407B-869D-D0CC4F14FDE9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5754BF-BB73-7B6B-0D1E-C746DCD35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4DCD84-4068-F9A2-60F2-069E4BFBF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C633F-73E8-4FDF-BFA0-544E9600C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868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AD2B2-12FA-B188-5BCA-371C59993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69015E-5239-36A9-C945-E39E26A4F3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8C2388-A099-8EFA-C19C-AB1163884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8ABEC-AA4D-407B-869D-D0CC4F14FDE9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7C84D5-5C60-FFAC-0A7E-917D1C296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BEF89-A519-BB20-48E3-86582A0E1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C633F-73E8-4FDF-BFA0-544E9600C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600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D7D4E-1843-7CB8-479D-15E514E1D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A4297-7C59-6649-DCCB-4D61D8E1A9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D0A637-019E-C446-0903-B82F7A629E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E44DDC-03ED-EE56-13D2-B206100CE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8ABEC-AA4D-407B-869D-D0CC4F14FDE9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088600-CB57-695C-2F4F-402875466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A51F61-E303-D1B8-2100-A5FC25401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C633F-73E8-4FDF-BFA0-544E9600C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135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0A2D6-9CE9-69BD-5770-26F7260D8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7E9D34-D1C5-84B5-CD02-21A73A4B0B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0646F2-AEFE-5FFD-7FD4-82279F57AA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91C179-FF11-14BD-705B-8012A04E55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0CE210-AADE-BBDF-FBBF-CD4A75D751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A62A2F-01AA-5D85-59D3-4A0B12280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8ABEC-AA4D-407B-869D-D0CC4F14FDE9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61360F-82E9-036D-50FA-220B9491A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AA3372-7481-6D49-5827-4D30ECAB2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C633F-73E8-4FDF-BFA0-544E9600C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867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652F9-FA95-348D-4F7F-181C38A08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3E837B-1F9E-3B17-362F-9EEBB649B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8ABEC-AA4D-407B-869D-D0CC4F14FDE9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A460A3-BE56-3FB2-E8C9-4A44BCFC8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28D513-0F02-32B6-B987-5C55B5B90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C633F-73E8-4FDF-BFA0-544E9600C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049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26F36C-BDC0-C984-E320-80E5DA5B5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8ABEC-AA4D-407B-869D-D0CC4F14FDE9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259435-2B28-2541-3274-4266E97BB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248FFD-DDDC-82AC-8518-596E116CA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C633F-73E8-4FDF-BFA0-544E9600C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506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62F47-AD54-B50B-90C3-E70941BE9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1339C-972B-6780-4D81-FB7B7D4B00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B401BC-F2AB-C86A-4F60-E95997C04F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58B16B-D780-5B73-EA49-258B2041D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8ABEC-AA4D-407B-869D-D0CC4F14FDE9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1E02C3-24D1-64F3-3F3F-2FE080FE0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DAD952-0E3E-D1F9-A1F6-AFEF8BA52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C633F-73E8-4FDF-BFA0-544E9600C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398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54875-5D8B-8886-6298-D4CE3BB2D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30AB96-9C08-E7BA-9E8D-5C2FA98963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D8B7D0-675F-4751-1E07-82EDFF1DE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C6757C-853F-5C4D-90BD-4B8C3F333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8ABEC-AA4D-407B-869D-D0CC4F14FDE9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2581D-8BBB-6C73-EDAC-81B3DD11D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B699CD-6F30-846A-A9E6-9F7D9B388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C633F-73E8-4FDF-BFA0-544E9600C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228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53FA0-A03D-B22F-2DA7-C9EAAE499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D82033-1251-E9F8-8FC7-513FCE5C64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C4C097-CD40-AD22-4FBE-3EFB5A51A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8ABEC-AA4D-407B-869D-D0CC4F14FDE9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504B9A-B33B-1C35-EFED-7E1CDBE23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812BD3-877B-E0ED-C5DC-71F41AA68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C633F-73E8-4FDF-BFA0-544E9600C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190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0F6142-E1AC-AF48-DC4D-74BF187AA1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A1A9B8-31F6-026F-1470-D76D3254AD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29B462-B357-2562-15CF-ED2A92FAC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8ABEC-AA4D-407B-869D-D0CC4F14FDE9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6338B-D1BB-91E1-042D-CE26884C3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BE86C-5677-7223-8724-2E9A4D031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C633F-73E8-4FDF-BFA0-544E9600C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248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C81DC5-AF7B-936C-1E2C-58ADAA8F1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5756B3-63FE-8804-F3C8-AA1DDA7A7D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7C8E0-3406-9080-0B49-D15A16692D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68ABEC-AA4D-407B-869D-D0CC4F14FDE9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99707-ECBF-0047-5F75-0D5811F23F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D5895C-F8EB-EF38-AA9B-F296C526CA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DC633F-73E8-4FDF-BFA0-544E9600C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1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ksu-hmi/MindWell/tree/master" TargetMode="Externa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6" name="Rectangle 335">
            <a:extLst>
              <a:ext uri="{FF2B5EF4-FFF2-40B4-BE49-F238E27FC236}">
                <a16:creationId xmlns:a16="http://schemas.microsoft.com/office/drawing/2014/main" id="{F7EDEA10-087E-4352-A848-7D9888DC6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45947B-0B95-5944-E67B-58693FCE75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242090"/>
            <a:ext cx="10515600" cy="127023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6600" kern="1200">
                <a:latin typeface="+mj-lt"/>
                <a:ea typeface="+mj-ea"/>
                <a:cs typeface="+mj-cs"/>
              </a:rPr>
              <a:t>MindWell</a:t>
            </a:r>
            <a:endParaRPr lang="en-US" sz="6600" kern="1200">
              <a:latin typeface="+mj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3787D4-011F-D28D-0617-CF6B52DDE3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5604397"/>
            <a:ext cx="10515600" cy="647468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indent="-228600">
              <a:buChar char="•"/>
            </a:pPr>
            <a:r>
              <a:rPr lang="en-US" sz="600"/>
              <a:t> </a:t>
            </a:r>
          </a:p>
          <a:p>
            <a:pPr marL="285750" indent="-228600">
              <a:buFont typeface="Arial,Sans-Serif" panose="020B0604020202020204" pitchFamily="34" charset="0"/>
              <a:buChar char="•"/>
            </a:pPr>
            <a:r>
              <a:rPr lang="en-US"/>
              <a:t>Mind Well is a mobile-first application designed to help users manage their mental health daily through AI-supported journaling, personalized mood tracking, and emotional insight generation.</a:t>
            </a:r>
          </a:p>
          <a:p>
            <a:pPr marL="285750" indent="-228600">
              <a:buFont typeface="Arial,Sans-Serif" panose="020B0604020202020204" pitchFamily="34" charset="0"/>
              <a:buChar char="•"/>
            </a:pPr>
            <a:endParaRPr lang="en-US"/>
          </a:p>
          <a:p>
            <a:pPr indent="-228600">
              <a:buFont typeface="Arial" panose="020B0604020202020204" pitchFamily="34" charset="0"/>
              <a:buChar char="•"/>
            </a:pPr>
            <a:endParaRPr lang="en-US" sz="600"/>
          </a:p>
          <a:p>
            <a:endParaRPr lang="en-US" sz="600"/>
          </a:p>
          <a:p>
            <a:pPr indent="-228600">
              <a:buFont typeface="Arial" panose="020B0604020202020204" pitchFamily="34" charset="0"/>
              <a:buChar char="•"/>
            </a:pPr>
            <a:endParaRPr lang="en-US" sz="600"/>
          </a:p>
          <a:p>
            <a:pPr indent="-228600">
              <a:buFont typeface="Arial" panose="020B0604020202020204" pitchFamily="34" charset="0"/>
              <a:buChar char="•"/>
            </a:pPr>
            <a:endParaRPr lang="en-US" sz="600"/>
          </a:p>
          <a:p>
            <a:pPr indent="-228600">
              <a:buFont typeface="Arial" panose="020B0604020202020204" pitchFamily="34" charset="0"/>
              <a:buChar char="•"/>
            </a:pPr>
            <a:endParaRPr lang="en-US" sz="600"/>
          </a:p>
          <a:p>
            <a:pPr indent="-228600">
              <a:buFont typeface="Arial" panose="020B0604020202020204" pitchFamily="34" charset="0"/>
              <a:buChar char="•"/>
            </a:pPr>
            <a:endParaRPr lang="en-US" sz="600"/>
          </a:p>
          <a:p>
            <a:pPr indent="-228600">
              <a:buFont typeface="Arial" panose="020B0604020202020204" pitchFamily="34" charset="0"/>
              <a:buChar char="•"/>
            </a:pPr>
            <a:endParaRPr lang="en-US" sz="600"/>
          </a:p>
        </p:txBody>
      </p:sp>
      <p:pic>
        <p:nvPicPr>
          <p:cNvPr id="4" name="Picture 3" descr="A colorful brain with different colors&#10;&#10;AI-generated content may be incorrect.">
            <a:extLst>
              <a:ext uri="{FF2B5EF4-FFF2-40B4-BE49-F238E27FC236}">
                <a16:creationId xmlns:a16="http://schemas.microsoft.com/office/drawing/2014/main" id="{6479B8B4-36CC-70C8-33B2-4F2C3C7F7F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79" r="1675" b="-4"/>
          <a:stretch/>
        </p:blipFill>
        <p:spPr>
          <a:xfrm>
            <a:off x="510365" y="400051"/>
            <a:ext cx="3524888" cy="3647338"/>
          </a:xfrm>
          <a:custGeom>
            <a:avLst/>
            <a:gdLst/>
            <a:ahLst/>
            <a:cxnLst/>
            <a:rect l="l" t="t" r="r" b="b"/>
            <a:pathLst>
              <a:path w="3524888" h="3647338">
                <a:moveTo>
                  <a:pt x="887180" y="60"/>
                </a:moveTo>
                <a:cubicBezTo>
                  <a:pt x="945946" y="-443"/>
                  <a:pt x="1004682" y="2214"/>
                  <a:pt x="1063120" y="9535"/>
                </a:cubicBezTo>
                <a:cubicBezTo>
                  <a:pt x="1192553" y="25206"/>
                  <a:pt x="1324035" y="29312"/>
                  <a:pt x="1454772" y="21769"/>
                </a:cubicBezTo>
                <a:cubicBezTo>
                  <a:pt x="1583729" y="15160"/>
                  <a:pt x="1712924" y="14714"/>
                  <a:pt x="1842239" y="16589"/>
                </a:cubicBezTo>
                <a:cubicBezTo>
                  <a:pt x="1958874" y="18285"/>
                  <a:pt x="2075629" y="18018"/>
                  <a:pt x="2192264" y="13196"/>
                </a:cubicBezTo>
                <a:cubicBezTo>
                  <a:pt x="2323253" y="7660"/>
                  <a:pt x="2454242" y="2928"/>
                  <a:pt x="2585114" y="13911"/>
                </a:cubicBezTo>
                <a:cubicBezTo>
                  <a:pt x="2699008" y="24482"/>
                  <a:pt x="2813668" y="29758"/>
                  <a:pt x="2928437" y="29714"/>
                </a:cubicBezTo>
                <a:cubicBezTo>
                  <a:pt x="3080601" y="28464"/>
                  <a:pt x="3232406" y="19625"/>
                  <a:pt x="3384330" y="14536"/>
                </a:cubicBezTo>
                <a:lnTo>
                  <a:pt x="3481468" y="12130"/>
                </a:lnTo>
                <a:lnTo>
                  <a:pt x="3481325" y="16098"/>
                </a:lnTo>
                <a:lnTo>
                  <a:pt x="3493308" y="84630"/>
                </a:lnTo>
                <a:lnTo>
                  <a:pt x="3493318" y="92959"/>
                </a:lnTo>
                <a:cubicBezTo>
                  <a:pt x="3495695" y="161085"/>
                  <a:pt x="3501168" y="229143"/>
                  <a:pt x="3512114" y="297090"/>
                </a:cubicBezTo>
                <a:cubicBezTo>
                  <a:pt x="3519231" y="340796"/>
                  <a:pt x="3524136" y="384681"/>
                  <a:pt x="3524809" y="428543"/>
                </a:cubicBezTo>
                <a:cubicBezTo>
                  <a:pt x="3525482" y="472405"/>
                  <a:pt x="3521924" y="516245"/>
                  <a:pt x="3512114" y="559861"/>
                </a:cubicBezTo>
                <a:cubicBezTo>
                  <a:pt x="3491119" y="656469"/>
                  <a:pt x="3485618" y="754605"/>
                  <a:pt x="3495724" y="852186"/>
                </a:cubicBezTo>
                <a:cubicBezTo>
                  <a:pt x="3504578" y="948437"/>
                  <a:pt x="3505176" y="1044867"/>
                  <a:pt x="3502664" y="1141386"/>
                </a:cubicBezTo>
                <a:cubicBezTo>
                  <a:pt x="3500391" y="1228440"/>
                  <a:pt x="3500750" y="1315584"/>
                  <a:pt x="3507210" y="1402639"/>
                </a:cubicBezTo>
                <a:cubicBezTo>
                  <a:pt x="3514626" y="1500407"/>
                  <a:pt x="3520966" y="1598176"/>
                  <a:pt x="3506252" y="1695856"/>
                </a:cubicBezTo>
                <a:cubicBezTo>
                  <a:pt x="3492089" y="1780866"/>
                  <a:pt x="3485019" y="1866447"/>
                  <a:pt x="3485079" y="1952109"/>
                </a:cubicBezTo>
                <a:cubicBezTo>
                  <a:pt x="3486753" y="2065682"/>
                  <a:pt x="3498595" y="2178986"/>
                  <a:pt x="3505415" y="2292381"/>
                </a:cubicBezTo>
                <a:cubicBezTo>
                  <a:pt x="3514746" y="2447918"/>
                  <a:pt x="3522761" y="2603544"/>
                  <a:pt x="3508406" y="2759171"/>
                </a:cubicBezTo>
                <a:cubicBezTo>
                  <a:pt x="3497997" y="2866762"/>
                  <a:pt x="3488427" y="2974352"/>
                  <a:pt x="3496442" y="3082389"/>
                </a:cubicBezTo>
                <a:cubicBezTo>
                  <a:pt x="3502066" y="3158639"/>
                  <a:pt x="3510200" y="3234980"/>
                  <a:pt x="3504816" y="3311409"/>
                </a:cubicBezTo>
                <a:lnTo>
                  <a:pt x="3500655" y="3407763"/>
                </a:lnTo>
                <a:lnTo>
                  <a:pt x="3500528" y="3407763"/>
                </a:lnTo>
                <a:lnTo>
                  <a:pt x="3500186" y="3418624"/>
                </a:lnTo>
                <a:lnTo>
                  <a:pt x="3498431" y="3459279"/>
                </a:lnTo>
                <a:lnTo>
                  <a:pt x="3498786" y="3476530"/>
                </a:lnTo>
                <a:lnTo>
                  <a:pt x="3500070" y="3476530"/>
                </a:lnTo>
                <a:lnTo>
                  <a:pt x="3504922" y="3592711"/>
                </a:lnTo>
                <a:lnTo>
                  <a:pt x="3504733" y="3642505"/>
                </a:lnTo>
                <a:lnTo>
                  <a:pt x="3344090" y="3645620"/>
                </a:lnTo>
                <a:cubicBezTo>
                  <a:pt x="3179267" y="3652578"/>
                  <a:pt x="3015642" y="3636699"/>
                  <a:pt x="2851776" y="3628492"/>
                </a:cubicBezTo>
                <a:cubicBezTo>
                  <a:pt x="2716167" y="3622675"/>
                  <a:pt x="2580186" y="3623335"/>
                  <a:pt x="2444683" y="3630454"/>
                </a:cubicBezTo>
                <a:cubicBezTo>
                  <a:pt x="2220221" y="3640802"/>
                  <a:pt x="1995758" y="3642229"/>
                  <a:pt x="1771055" y="3636431"/>
                </a:cubicBezTo>
                <a:cubicBezTo>
                  <a:pt x="1659183" y="3633576"/>
                  <a:pt x="1547429" y="3634736"/>
                  <a:pt x="1435675" y="3638305"/>
                </a:cubicBezTo>
                <a:cubicBezTo>
                  <a:pt x="1179420" y="3646601"/>
                  <a:pt x="923403" y="3637323"/>
                  <a:pt x="667265" y="3634558"/>
                </a:cubicBezTo>
                <a:cubicBezTo>
                  <a:pt x="569736" y="3633488"/>
                  <a:pt x="472205" y="3633665"/>
                  <a:pt x="374794" y="3637679"/>
                </a:cubicBezTo>
                <a:cubicBezTo>
                  <a:pt x="264415" y="3642140"/>
                  <a:pt x="154036" y="3643412"/>
                  <a:pt x="43657" y="3642932"/>
                </a:cubicBezTo>
                <a:lnTo>
                  <a:pt x="11965" y="3642429"/>
                </a:lnTo>
                <a:lnTo>
                  <a:pt x="24360" y="3479541"/>
                </a:lnTo>
                <a:cubicBezTo>
                  <a:pt x="26194" y="3423392"/>
                  <a:pt x="25594" y="3367189"/>
                  <a:pt x="22559" y="3311038"/>
                </a:cubicBezTo>
                <a:cubicBezTo>
                  <a:pt x="16343" y="3197955"/>
                  <a:pt x="-628" y="3084971"/>
                  <a:pt x="13594" y="2971689"/>
                </a:cubicBezTo>
                <a:cubicBezTo>
                  <a:pt x="38335" y="2776712"/>
                  <a:pt x="12519" y="2582431"/>
                  <a:pt x="4272" y="2387950"/>
                </a:cubicBezTo>
                <a:cubicBezTo>
                  <a:pt x="-3262" y="2237604"/>
                  <a:pt x="2250" y="2086990"/>
                  <a:pt x="20765" y="1937298"/>
                </a:cubicBezTo>
                <a:cubicBezTo>
                  <a:pt x="38958" y="1790576"/>
                  <a:pt x="37113" y="1642627"/>
                  <a:pt x="15268" y="1496252"/>
                </a:cubicBezTo>
                <a:cubicBezTo>
                  <a:pt x="7718" y="1430798"/>
                  <a:pt x="7400" y="1364898"/>
                  <a:pt x="14311" y="1299395"/>
                </a:cubicBezTo>
                <a:cubicBezTo>
                  <a:pt x="22640" y="1195064"/>
                  <a:pt x="20682" y="1090348"/>
                  <a:pt x="8455" y="986285"/>
                </a:cubicBezTo>
                <a:cubicBezTo>
                  <a:pt x="-8159" y="849535"/>
                  <a:pt x="3794" y="712390"/>
                  <a:pt x="9890" y="575539"/>
                </a:cubicBezTo>
                <a:cubicBezTo>
                  <a:pt x="14432" y="472556"/>
                  <a:pt x="17180" y="369671"/>
                  <a:pt x="12878" y="266688"/>
                </a:cubicBezTo>
                <a:lnTo>
                  <a:pt x="14418" y="21931"/>
                </a:lnTo>
                <a:lnTo>
                  <a:pt x="163536" y="23733"/>
                </a:lnTo>
                <a:cubicBezTo>
                  <a:pt x="346324" y="25875"/>
                  <a:pt x="528992" y="25875"/>
                  <a:pt x="711062" y="9535"/>
                </a:cubicBezTo>
                <a:cubicBezTo>
                  <a:pt x="769619" y="4223"/>
                  <a:pt x="828415" y="562"/>
                  <a:pt x="887180" y="60"/>
                </a:cubicBezTo>
                <a:close/>
              </a:path>
            </a:pathLst>
          </a:custGeom>
        </p:spPr>
      </p:pic>
      <p:pic>
        <p:nvPicPr>
          <p:cNvPr id="6" name="Content Placeholder 4" descr="Smartphone with chart graphic">
            <a:extLst>
              <a:ext uri="{FF2B5EF4-FFF2-40B4-BE49-F238E27FC236}">
                <a16:creationId xmlns:a16="http://schemas.microsoft.com/office/drawing/2014/main" id="{CFD9B123-8DC8-D226-78E0-FC015B3DD0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25" r="9720"/>
          <a:stretch/>
        </p:blipFill>
        <p:spPr>
          <a:xfrm>
            <a:off x="4333556" y="400051"/>
            <a:ext cx="3524888" cy="3647338"/>
          </a:xfrm>
          <a:custGeom>
            <a:avLst/>
            <a:gdLst/>
            <a:ahLst/>
            <a:cxnLst/>
            <a:rect l="l" t="t" r="r" b="b"/>
            <a:pathLst>
              <a:path w="3524888" h="3647338">
                <a:moveTo>
                  <a:pt x="887181" y="60"/>
                </a:moveTo>
                <a:cubicBezTo>
                  <a:pt x="945947" y="-443"/>
                  <a:pt x="1004683" y="2214"/>
                  <a:pt x="1063120" y="9535"/>
                </a:cubicBezTo>
                <a:cubicBezTo>
                  <a:pt x="1192553" y="25206"/>
                  <a:pt x="1324035" y="29312"/>
                  <a:pt x="1454772" y="21769"/>
                </a:cubicBezTo>
                <a:cubicBezTo>
                  <a:pt x="1583729" y="15160"/>
                  <a:pt x="1712924" y="14714"/>
                  <a:pt x="1842239" y="16589"/>
                </a:cubicBezTo>
                <a:cubicBezTo>
                  <a:pt x="1958874" y="18285"/>
                  <a:pt x="2075629" y="18018"/>
                  <a:pt x="2192264" y="13196"/>
                </a:cubicBezTo>
                <a:cubicBezTo>
                  <a:pt x="2323253" y="7660"/>
                  <a:pt x="2454242" y="2928"/>
                  <a:pt x="2585114" y="13911"/>
                </a:cubicBezTo>
                <a:cubicBezTo>
                  <a:pt x="2699008" y="24482"/>
                  <a:pt x="2813669" y="29758"/>
                  <a:pt x="2928437" y="29714"/>
                </a:cubicBezTo>
                <a:cubicBezTo>
                  <a:pt x="3080601" y="28464"/>
                  <a:pt x="3232406" y="19625"/>
                  <a:pt x="3384330" y="14536"/>
                </a:cubicBezTo>
                <a:lnTo>
                  <a:pt x="3481468" y="12130"/>
                </a:lnTo>
                <a:lnTo>
                  <a:pt x="3481325" y="16098"/>
                </a:lnTo>
                <a:lnTo>
                  <a:pt x="3493308" y="84630"/>
                </a:lnTo>
                <a:lnTo>
                  <a:pt x="3493318" y="92959"/>
                </a:lnTo>
                <a:cubicBezTo>
                  <a:pt x="3495695" y="161085"/>
                  <a:pt x="3501169" y="229143"/>
                  <a:pt x="3512114" y="297090"/>
                </a:cubicBezTo>
                <a:cubicBezTo>
                  <a:pt x="3519231" y="340796"/>
                  <a:pt x="3524136" y="384681"/>
                  <a:pt x="3524809" y="428543"/>
                </a:cubicBezTo>
                <a:cubicBezTo>
                  <a:pt x="3525482" y="472405"/>
                  <a:pt x="3521924" y="516245"/>
                  <a:pt x="3512114" y="559861"/>
                </a:cubicBezTo>
                <a:cubicBezTo>
                  <a:pt x="3491119" y="656469"/>
                  <a:pt x="3485618" y="754605"/>
                  <a:pt x="3495724" y="852186"/>
                </a:cubicBezTo>
                <a:cubicBezTo>
                  <a:pt x="3504578" y="948437"/>
                  <a:pt x="3505176" y="1044867"/>
                  <a:pt x="3502664" y="1141385"/>
                </a:cubicBezTo>
                <a:cubicBezTo>
                  <a:pt x="3500391" y="1228440"/>
                  <a:pt x="3500750" y="1315584"/>
                  <a:pt x="3507210" y="1402639"/>
                </a:cubicBezTo>
                <a:cubicBezTo>
                  <a:pt x="3514626" y="1500407"/>
                  <a:pt x="3520966" y="1598176"/>
                  <a:pt x="3506252" y="1695857"/>
                </a:cubicBezTo>
                <a:cubicBezTo>
                  <a:pt x="3492089" y="1780866"/>
                  <a:pt x="3485019" y="1866447"/>
                  <a:pt x="3485079" y="1952109"/>
                </a:cubicBezTo>
                <a:cubicBezTo>
                  <a:pt x="3486753" y="2065682"/>
                  <a:pt x="3498596" y="2178986"/>
                  <a:pt x="3505415" y="2292381"/>
                </a:cubicBezTo>
                <a:cubicBezTo>
                  <a:pt x="3514746" y="2447918"/>
                  <a:pt x="3522761" y="2603544"/>
                  <a:pt x="3508406" y="2759171"/>
                </a:cubicBezTo>
                <a:cubicBezTo>
                  <a:pt x="3497997" y="2866762"/>
                  <a:pt x="3488428" y="2974352"/>
                  <a:pt x="3496442" y="3082389"/>
                </a:cubicBezTo>
                <a:cubicBezTo>
                  <a:pt x="3502066" y="3158639"/>
                  <a:pt x="3510200" y="3234980"/>
                  <a:pt x="3504816" y="3311409"/>
                </a:cubicBezTo>
                <a:lnTo>
                  <a:pt x="3500655" y="3407763"/>
                </a:lnTo>
                <a:lnTo>
                  <a:pt x="3500528" y="3407763"/>
                </a:lnTo>
                <a:lnTo>
                  <a:pt x="3500186" y="3418624"/>
                </a:lnTo>
                <a:lnTo>
                  <a:pt x="3498431" y="3459279"/>
                </a:lnTo>
                <a:lnTo>
                  <a:pt x="3498786" y="3476530"/>
                </a:lnTo>
                <a:lnTo>
                  <a:pt x="3500070" y="3476530"/>
                </a:lnTo>
                <a:lnTo>
                  <a:pt x="3504922" y="3592711"/>
                </a:lnTo>
                <a:lnTo>
                  <a:pt x="3504733" y="3642505"/>
                </a:lnTo>
                <a:lnTo>
                  <a:pt x="3344090" y="3645620"/>
                </a:lnTo>
                <a:cubicBezTo>
                  <a:pt x="3179268" y="3652578"/>
                  <a:pt x="3015642" y="3636699"/>
                  <a:pt x="2851776" y="3628492"/>
                </a:cubicBezTo>
                <a:cubicBezTo>
                  <a:pt x="2716167" y="3622675"/>
                  <a:pt x="2580186" y="3623335"/>
                  <a:pt x="2444683" y="3630454"/>
                </a:cubicBezTo>
                <a:cubicBezTo>
                  <a:pt x="2220221" y="3640802"/>
                  <a:pt x="1995758" y="3642229"/>
                  <a:pt x="1771055" y="3636431"/>
                </a:cubicBezTo>
                <a:cubicBezTo>
                  <a:pt x="1659183" y="3633576"/>
                  <a:pt x="1547429" y="3634736"/>
                  <a:pt x="1435676" y="3638305"/>
                </a:cubicBezTo>
                <a:cubicBezTo>
                  <a:pt x="1179420" y="3646601"/>
                  <a:pt x="923403" y="3637323"/>
                  <a:pt x="667265" y="3634558"/>
                </a:cubicBezTo>
                <a:cubicBezTo>
                  <a:pt x="569736" y="3633488"/>
                  <a:pt x="472205" y="3633665"/>
                  <a:pt x="374794" y="3637679"/>
                </a:cubicBezTo>
                <a:cubicBezTo>
                  <a:pt x="264415" y="3642140"/>
                  <a:pt x="154036" y="3643412"/>
                  <a:pt x="43657" y="3642932"/>
                </a:cubicBezTo>
                <a:lnTo>
                  <a:pt x="11965" y="3642429"/>
                </a:lnTo>
                <a:lnTo>
                  <a:pt x="24360" y="3479541"/>
                </a:lnTo>
                <a:cubicBezTo>
                  <a:pt x="26194" y="3423392"/>
                  <a:pt x="25594" y="3367189"/>
                  <a:pt x="22559" y="3311038"/>
                </a:cubicBezTo>
                <a:cubicBezTo>
                  <a:pt x="16343" y="3197955"/>
                  <a:pt x="-628" y="3084971"/>
                  <a:pt x="13594" y="2971689"/>
                </a:cubicBezTo>
                <a:cubicBezTo>
                  <a:pt x="38335" y="2776712"/>
                  <a:pt x="12519" y="2582431"/>
                  <a:pt x="4272" y="2387950"/>
                </a:cubicBezTo>
                <a:cubicBezTo>
                  <a:pt x="-3262" y="2237604"/>
                  <a:pt x="2250" y="2086990"/>
                  <a:pt x="20765" y="1937298"/>
                </a:cubicBezTo>
                <a:cubicBezTo>
                  <a:pt x="38958" y="1790576"/>
                  <a:pt x="37113" y="1642627"/>
                  <a:pt x="15268" y="1496252"/>
                </a:cubicBezTo>
                <a:cubicBezTo>
                  <a:pt x="7718" y="1430798"/>
                  <a:pt x="7400" y="1364898"/>
                  <a:pt x="14311" y="1299395"/>
                </a:cubicBezTo>
                <a:cubicBezTo>
                  <a:pt x="22640" y="1195064"/>
                  <a:pt x="20682" y="1090348"/>
                  <a:pt x="8455" y="986285"/>
                </a:cubicBezTo>
                <a:cubicBezTo>
                  <a:pt x="-8159" y="849535"/>
                  <a:pt x="3794" y="712390"/>
                  <a:pt x="9890" y="575539"/>
                </a:cubicBezTo>
                <a:cubicBezTo>
                  <a:pt x="14432" y="472556"/>
                  <a:pt x="17180" y="369671"/>
                  <a:pt x="12878" y="266688"/>
                </a:cubicBezTo>
                <a:lnTo>
                  <a:pt x="14418" y="21931"/>
                </a:lnTo>
                <a:lnTo>
                  <a:pt x="163536" y="23733"/>
                </a:lnTo>
                <a:cubicBezTo>
                  <a:pt x="346324" y="25875"/>
                  <a:pt x="528992" y="25875"/>
                  <a:pt x="711062" y="9535"/>
                </a:cubicBezTo>
                <a:cubicBezTo>
                  <a:pt x="769619" y="4223"/>
                  <a:pt x="828415" y="562"/>
                  <a:pt x="887181" y="60"/>
                </a:cubicBezTo>
                <a:close/>
              </a:path>
            </a:pathLst>
          </a:custGeom>
        </p:spPr>
      </p:pic>
      <p:pic>
        <p:nvPicPr>
          <p:cNvPr id="8" name="Picture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D7A95B04-4F82-CD6B-7184-00C09747A1D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45" r="19743" b="-3"/>
          <a:stretch/>
        </p:blipFill>
        <p:spPr>
          <a:xfrm>
            <a:off x="8156747" y="400052"/>
            <a:ext cx="3524888" cy="3647338"/>
          </a:xfrm>
          <a:custGeom>
            <a:avLst/>
            <a:gdLst/>
            <a:ahLst/>
            <a:cxnLst/>
            <a:rect l="l" t="t" r="r" b="b"/>
            <a:pathLst>
              <a:path w="3524888" h="3647338">
                <a:moveTo>
                  <a:pt x="887180" y="60"/>
                </a:moveTo>
                <a:cubicBezTo>
                  <a:pt x="945946" y="-443"/>
                  <a:pt x="1004683" y="2214"/>
                  <a:pt x="1063120" y="9535"/>
                </a:cubicBezTo>
                <a:cubicBezTo>
                  <a:pt x="1192553" y="25206"/>
                  <a:pt x="1324035" y="29312"/>
                  <a:pt x="1454772" y="21769"/>
                </a:cubicBezTo>
                <a:cubicBezTo>
                  <a:pt x="1583729" y="15160"/>
                  <a:pt x="1712924" y="14714"/>
                  <a:pt x="1842239" y="16589"/>
                </a:cubicBezTo>
                <a:cubicBezTo>
                  <a:pt x="1958874" y="18285"/>
                  <a:pt x="2075628" y="18018"/>
                  <a:pt x="2192263" y="13196"/>
                </a:cubicBezTo>
                <a:cubicBezTo>
                  <a:pt x="2323253" y="7660"/>
                  <a:pt x="2454242" y="2928"/>
                  <a:pt x="2585113" y="13911"/>
                </a:cubicBezTo>
                <a:cubicBezTo>
                  <a:pt x="2699008" y="24482"/>
                  <a:pt x="2813668" y="29758"/>
                  <a:pt x="2928437" y="29714"/>
                </a:cubicBezTo>
                <a:cubicBezTo>
                  <a:pt x="3080601" y="28464"/>
                  <a:pt x="3232406" y="19625"/>
                  <a:pt x="3384330" y="14536"/>
                </a:cubicBezTo>
                <a:lnTo>
                  <a:pt x="3481468" y="12130"/>
                </a:lnTo>
                <a:lnTo>
                  <a:pt x="3481325" y="16098"/>
                </a:lnTo>
                <a:lnTo>
                  <a:pt x="3493308" y="84630"/>
                </a:lnTo>
                <a:lnTo>
                  <a:pt x="3493318" y="92959"/>
                </a:lnTo>
                <a:cubicBezTo>
                  <a:pt x="3495694" y="161085"/>
                  <a:pt x="3501168" y="229143"/>
                  <a:pt x="3512114" y="297090"/>
                </a:cubicBezTo>
                <a:cubicBezTo>
                  <a:pt x="3519231" y="340796"/>
                  <a:pt x="3524136" y="384681"/>
                  <a:pt x="3524809" y="428543"/>
                </a:cubicBezTo>
                <a:cubicBezTo>
                  <a:pt x="3525482" y="472405"/>
                  <a:pt x="3521923" y="516245"/>
                  <a:pt x="3512114" y="559861"/>
                </a:cubicBezTo>
                <a:cubicBezTo>
                  <a:pt x="3491119" y="656469"/>
                  <a:pt x="3485617" y="754605"/>
                  <a:pt x="3495724" y="852186"/>
                </a:cubicBezTo>
                <a:cubicBezTo>
                  <a:pt x="3504577" y="948437"/>
                  <a:pt x="3505176" y="1044867"/>
                  <a:pt x="3502664" y="1141386"/>
                </a:cubicBezTo>
                <a:cubicBezTo>
                  <a:pt x="3500391" y="1228440"/>
                  <a:pt x="3500749" y="1315584"/>
                  <a:pt x="3507210" y="1402639"/>
                </a:cubicBezTo>
                <a:cubicBezTo>
                  <a:pt x="3514626" y="1500407"/>
                  <a:pt x="3520966" y="1598176"/>
                  <a:pt x="3506251" y="1695856"/>
                </a:cubicBezTo>
                <a:cubicBezTo>
                  <a:pt x="3492089" y="1780866"/>
                  <a:pt x="3485019" y="1866447"/>
                  <a:pt x="3485079" y="1952109"/>
                </a:cubicBezTo>
                <a:cubicBezTo>
                  <a:pt x="3486753" y="2065682"/>
                  <a:pt x="3498595" y="2178986"/>
                  <a:pt x="3505414" y="2292381"/>
                </a:cubicBezTo>
                <a:cubicBezTo>
                  <a:pt x="3514746" y="2447918"/>
                  <a:pt x="3522760" y="2603544"/>
                  <a:pt x="3508405" y="2759171"/>
                </a:cubicBezTo>
                <a:cubicBezTo>
                  <a:pt x="3497997" y="2866762"/>
                  <a:pt x="3488427" y="2974352"/>
                  <a:pt x="3496442" y="3082389"/>
                </a:cubicBezTo>
                <a:cubicBezTo>
                  <a:pt x="3502065" y="3158639"/>
                  <a:pt x="3510200" y="3234980"/>
                  <a:pt x="3504816" y="3311409"/>
                </a:cubicBezTo>
                <a:lnTo>
                  <a:pt x="3500655" y="3407763"/>
                </a:lnTo>
                <a:lnTo>
                  <a:pt x="3500528" y="3407763"/>
                </a:lnTo>
                <a:lnTo>
                  <a:pt x="3500186" y="3418624"/>
                </a:lnTo>
                <a:lnTo>
                  <a:pt x="3498431" y="3459279"/>
                </a:lnTo>
                <a:lnTo>
                  <a:pt x="3498786" y="3476530"/>
                </a:lnTo>
                <a:lnTo>
                  <a:pt x="3500070" y="3476530"/>
                </a:lnTo>
                <a:lnTo>
                  <a:pt x="3504922" y="3592711"/>
                </a:lnTo>
                <a:lnTo>
                  <a:pt x="3504733" y="3642505"/>
                </a:lnTo>
                <a:lnTo>
                  <a:pt x="3344090" y="3645620"/>
                </a:lnTo>
                <a:cubicBezTo>
                  <a:pt x="3179267" y="3652578"/>
                  <a:pt x="3015642" y="3636699"/>
                  <a:pt x="2851776" y="3628492"/>
                </a:cubicBezTo>
                <a:cubicBezTo>
                  <a:pt x="2716167" y="3622675"/>
                  <a:pt x="2580186" y="3623335"/>
                  <a:pt x="2444683" y="3630454"/>
                </a:cubicBezTo>
                <a:cubicBezTo>
                  <a:pt x="2220221" y="3640802"/>
                  <a:pt x="1995757" y="3642229"/>
                  <a:pt x="1771055" y="3636431"/>
                </a:cubicBezTo>
                <a:cubicBezTo>
                  <a:pt x="1659183" y="3633576"/>
                  <a:pt x="1547429" y="3634736"/>
                  <a:pt x="1435675" y="3638305"/>
                </a:cubicBezTo>
                <a:cubicBezTo>
                  <a:pt x="1179419" y="3646601"/>
                  <a:pt x="923403" y="3637323"/>
                  <a:pt x="667265" y="3634558"/>
                </a:cubicBezTo>
                <a:cubicBezTo>
                  <a:pt x="569736" y="3633488"/>
                  <a:pt x="472205" y="3633665"/>
                  <a:pt x="374793" y="3637679"/>
                </a:cubicBezTo>
                <a:cubicBezTo>
                  <a:pt x="264415" y="3642140"/>
                  <a:pt x="154036" y="3643412"/>
                  <a:pt x="43657" y="3642932"/>
                </a:cubicBezTo>
                <a:lnTo>
                  <a:pt x="11965" y="3642429"/>
                </a:lnTo>
                <a:lnTo>
                  <a:pt x="24360" y="3479541"/>
                </a:lnTo>
                <a:cubicBezTo>
                  <a:pt x="26194" y="3423392"/>
                  <a:pt x="25594" y="3367189"/>
                  <a:pt x="22559" y="3311038"/>
                </a:cubicBezTo>
                <a:cubicBezTo>
                  <a:pt x="16343" y="3197955"/>
                  <a:pt x="-628" y="3084971"/>
                  <a:pt x="13594" y="2971689"/>
                </a:cubicBezTo>
                <a:cubicBezTo>
                  <a:pt x="38335" y="2776712"/>
                  <a:pt x="12519" y="2582431"/>
                  <a:pt x="4272" y="2387950"/>
                </a:cubicBezTo>
                <a:cubicBezTo>
                  <a:pt x="-3262" y="2237604"/>
                  <a:pt x="2250" y="2086990"/>
                  <a:pt x="20765" y="1937298"/>
                </a:cubicBezTo>
                <a:cubicBezTo>
                  <a:pt x="38958" y="1790576"/>
                  <a:pt x="37113" y="1642627"/>
                  <a:pt x="15268" y="1496252"/>
                </a:cubicBezTo>
                <a:cubicBezTo>
                  <a:pt x="7718" y="1430798"/>
                  <a:pt x="7400" y="1364898"/>
                  <a:pt x="14311" y="1299395"/>
                </a:cubicBezTo>
                <a:cubicBezTo>
                  <a:pt x="22640" y="1195064"/>
                  <a:pt x="20682" y="1090348"/>
                  <a:pt x="8455" y="986285"/>
                </a:cubicBezTo>
                <a:cubicBezTo>
                  <a:pt x="-8159" y="849535"/>
                  <a:pt x="3794" y="712390"/>
                  <a:pt x="9890" y="575539"/>
                </a:cubicBezTo>
                <a:cubicBezTo>
                  <a:pt x="14432" y="472556"/>
                  <a:pt x="17180" y="369671"/>
                  <a:pt x="12878" y="266688"/>
                </a:cubicBezTo>
                <a:lnTo>
                  <a:pt x="14418" y="21931"/>
                </a:lnTo>
                <a:lnTo>
                  <a:pt x="163536" y="23733"/>
                </a:lnTo>
                <a:cubicBezTo>
                  <a:pt x="346324" y="25875"/>
                  <a:pt x="528992" y="25875"/>
                  <a:pt x="711061" y="9535"/>
                </a:cubicBezTo>
                <a:cubicBezTo>
                  <a:pt x="769618" y="4223"/>
                  <a:pt x="828414" y="562"/>
                  <a:pt x="887180" y="60"/>
                </a:cubicBezTo>
                <a:close/>
              </a:path>
            </a:pathLst>
          </a:custGeom>
        </p:spPr>
      </p:pic>
      <p:sp>
        <p:nvSpPr>
          <p:cNvPr id="337" name="sketch line">
            <a:extLst>
              <a:ext uri="{FF2B5EF4-FFF2-40B4-BE49-F238E27FC236}">
                <a16:creationId xmlns:a16="http://schemas.microsoft.com/office/drawing/2014/main" id="{605D77EC-B84E-48F8-9EC4-93E851C0FA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2682" y="5512322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A36202-B571-7418-4E8D-BD273B152314}"/>
              </a:ext>
            </a:extLst>
          </p:cNvPr>
          <p:cNvSpPr txBox="1"/>
          <p:nvPr/>
        </p:nvSpPr>
        <p:spPr>
          <a:xfrm>
            <a:off x="455897" y="4233332"/>
            <a:ext cx="342574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hlinkClick r:id="rId5"/>
              </a:rPr>
              <a:t>ksu-hmi/MindWell</a:t>
            </a:r>
            <a:endParaRPr lang="en-US"/>
          </a:p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DED8B5-34A6-A5EB-0BAF-54AB149CEC96}"/>
              </a:ext>
            </a:extLst>
          </p:cNvPr>
          <p:cNvSpPr txBox="1"/>
          <p:nvPr/>
        </p:nvSpPr>
        <p:spPr>
          <a:xfrm>
            <a:off x="455897" y="221435"/>
            <a:ext cx="356902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Tanika High, William White, &amp; Shakera Rush</a:t>
            </a:r>
          </a:p>
        </p:txBody>
      </p:sp>
    </p:spTree>
    <p:extLst>
      <p:ext uri="{BB962C8B-B14F-4D97-AF65-F5344CB8AC3E}">
        <p14:creationId xmlns:p14="http://schemas.microsoft.com/office/powerpoint/2010/main" val="467820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42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Arial,Sans-Serif</vt:lpstr>
      <vt:lpstr>Office Theme</vt:lpstr>
      <vt:lpstr>MindWell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White</dc:creator>
  <cp:lastModifiedBy>William White</cp:lastModifiedBy>
  <cp:revision>2</cp:revision>
  <dcterms:created xsi:type="dcterms:W3CDTF">2025-04-30T00:47:31Z</dcterms:created>
  <dcterms:modified xsi:type="dcterms:W3CDTF">2025-04-30T01:40:55Z</dcterms:modified>
</cp:coreProperties>
</file>